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0ffaf053b94e3e" /><Relationship Type="http://schemas.openxmlformats.org/officeDocument/2006/relationships/extended-properties" Target="/docProps/app.xml" Id="R67b1d2e7fc20441a" /><Relationship Type="http://schemas.openxmlformats.org/officeDocument/2006/relationships/officeDocument" Target="/ppt/presentation.xml" Id="Rb1efaffd3a8044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1fb34ff18040b0"/>
  </p:sldMasterIdLst>
  <p:notesMasterIdLst>
    <p:notesMasterId xmlns:r="http://schemas.openxmlformats.org/officeDocument/2006/relationships" r:id="R4debc689fc534f68"/>
  </p:notesMasterIdLst>
  <p:sldIdLst>
    <p:sldId xmlns:r="http://schemas.openxmlformats.org/officeDocument/2006/relationships" id="256" r:id="R0ff596a262604f1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18df40ce1c4887" /><Relationship Type="http://schemas.openxmlformats.org/officeDocument/2006/relationships/slideMaster" Target="/ppt/slideMasters/slideMaster1.xml" Id="R7a1fb34ff18040b0" /><Relationship Type="http://schemas.openxmlformats.org/officeDocument/2006/relationships/notesMaster" Target="/ppt/notesMasters/notesMaster1.xml" Id="R4debc689fc534f68" /><Relationship Type="http://schemas.openxmlformats.org/officeDocument/2006/relationships/presProps" Target="/ppt/presProps.xml" Id="Re711f926e5854696" /><Relationship Type="http://schemas.openxmlformats.org/officeDocument/2006/relationships/tableStyles" Target="/ppt/tableStyles.xml" Id="R5276e3761b77462c" /><Relationship Type="http://schemas.openxmlformats.org/officeDocument/2006/relationships/slide" Target="/ppt/slides/slide1.xml" Id="R0ff596a262604f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c2064c89f74a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6f23769d764f4e" /><Relationship Type="http://schemas.openxmlformats.org/officeDocument/2006/relationships/notesMaster" Target="/ppt/notesMasters/notesMaster1.xml" Id="R71eaebb3a7624f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directions supplied by Zipeng Wu. Temporal Representation is the umbrella term. Connections show research relationships, not a fixed processing pipeline. Frequency conversion retains the broad wording supplied by the author. Classification is current work. Project context: https://zipengwu365.github.io/research.html ; https://systems-mechanobiology.github.io/DeTime/ ; https://github.com/ZipengWu365/TSDecompose-Benchmark ; https://zipengwu365.github.io/EchoTime/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faeb73c76a44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69b9add6dc4cae" /><Relationship Type="http://schemas.openxmlformats.org/officeDocument/2006/relationships/slideLayout" Target="/ppt/slideLayouts/slideLayout1.xml" Id="R19baa68bea8c49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baa68bea8c49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0574aef2d4f8d" /><Relationship Type="http://schemas.openxmlformats.org/officeDocument/2006/relationships/notesSlide" Target="/ppt/notesSlides/notesSlide1.xml" Id="R2b600b57826f46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left-branch">
            <a:extLst xmlns:a="http://schemas.openxmlformats.org/drawingml/2006/main">
              <a:ext uri="{FF2B5EF4-FFF2-40B4-BE49-F238E27FC236}">
                <a16:creationId xmlns:a16="http://schemas.microsoft.com/office/drawing/2014/main" id="{E54A11BB-4053-421E-9AE3-FD3DDEF0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313" y="1404938"/>
            <a:ext cx="0" cy="3810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2" name="right-branch">
            <a:extLst xmlns:a="http://schemas.openxmlformats.org/drawingml/2006/main">
              <a:ext uri="{FF2B5EF4-FFF2-40B4-BE49-F238E27FC236}">
                <a16:creationId xmlns:a16="http://schemas.microsoft.com/office/drawing/2014/main" id="{2040461A-CCA9-42D3-9A0F-77ACD6FE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688" y="1404938"/>
            <a:ext cx="0" cy="3810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3" name="left-core-connection">
            <a:extLst xmlns:a="http://schemas.openxmlformats.org/drawingml/2006/main">
              <a:ext uri="{FF2B5EF4-FFF2-40B4-BE49-F238E27FC236}">
                <a16:creationId xmlns:a16="http://schemas.microsoft.com/office/drawing/2014/main" id="{FC1ECE75-892E-4C8D-9A39-17A47FA1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313" y="3309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4" name="right-core-connection">
            <a:extLst xmlns:a="http://schemas.openxmlformats.org/drawingml/2006/main">
              <a:ext uri="{FF2B5EF4-FFF2-40B4-BE49-F238E27FC236}">
                <a16:creationId xmlns:a16="http://schemas.microsoft.com/office/drawing/2014/main" id="{766DDCCD-96B0-4E5D-864E-582A2D91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09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5" name="decomposition-connection">
            <a:extLst xmlns:a="http://schemas.openxmlformats.org/drawingml/2006/main">
              <a:ext uri="{FF2B5EF4-FFF2-40B4-BE49-F238E27FC236}">
                <a16:creationId xmlns:a16="http://schemas.microsoft.com/office/drawing/2014/main" id="{BA429826-9633-4406-A0AA-6DFDAF92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76688"/>
            <a:ext cx="0" cy="928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6" name="left-connection-0">
            <a:extLst xmlns:a="http://schemas.openxmlformats.org/drawingml/2006/main">
              <a:ext uri="{FF2B5EF4-FFF2-40B4-BE49-F238E27FC236}">
                <a16:creationId xmlns:a16="http://schemas.microsoft.com/office/drawing/2014/main" id="{6D68E7F8-A175-4097-A38C-3497F28C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04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7" name="right-connection-0">
            <a:extLst xmlns:a="http://schemas.openxmlformats.org/drawingml/2006/main">
              <a:ext uri="{FF2B5EF4-FFF2-40B4-BE49-F238E27FC236}">
                <a16:creationId xmlns:a16="http://schemas.microsoft.com/office/drawing/2014/main" id="{B1DC064E-817D-4953-AC4D-52050E8B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688" y="1404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8" name="left-connection-1">
            <a:extLst xmlns:a="http://schemas.openxmlformats.org/drawingml/2006/main">
              <a:ext uri="{FF2B5EF4-FFF2-40B4-BE49-F238E27FC236}">
                <a16:creationId xmlns:a16="http://schemas.microsoft.com/office/drawing/2014/main" id="{619C895A-28C7-4131-88B7-6EBB25DD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09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9" name="right-connection-1">
            <a:extLst xmlns:a="http://schemas.openxmlformats.org/drawingml/2006/main">
              <a:ext uri="{FF2B5EF4-FFF2-40B4-BE49-F238E27FC236}">
                <a16:creationId xmlns:a16="http://schemas.microsoft.com/office/drawing/2014/main" id="{4A3B6668-E851-40BE-A185-54DDF840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688" y="3309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0" name="left-connection-2">
            <a:extLst xmlns:a="http://schemas.openxmlformats.org/drawingml/2006/main">
              <a:ext uri="{FF2B5EF4-FFF2-40B4-BE49-F238E27FC236}">
                <a16:creationId xmlns:a16="http://schemas.microsoft.com/office/drawing/2014/main" id="{E9EA387C-7354-495F-A71F-A11354D3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214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1" name="right-connection-2">
            <a:extLst xmlns:a="http://schemas.openxmlformats.org/drawingml/2006/main">
              <a:ext uri="{FF2B5EF4-FFF2-40B4-BE49-F238E27FC236}">
                <a16:creationId xmlns:a16="http://schemas.microsoft.com/office/drawing/2014/main" id="{895305D6-62FC-4DFE-9D7D-63CDF071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688" y="5214938"/>
            <a:ext cx="4048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2" name="temporal-representation">
            <a:extLst xmlns:a="http://schemas.openxmlformats.org/drawingml/2006/main">
              <a:ext uri="{FF2B5EF4-FFF2-40B4-BE49-F238E27FC236}">
                <a16:creationId xmlns:a16="http://schemas.microsoft.com/office/drawing/2014/main" id="{07E61E89-EDF3-4F32-8BD9-7E1590E2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43188"/>
            <a:ext cx="3333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core-label">
            <a:extLst xmlns:a="http://schemas.openxmlformats.org/drawingml/2006/main">
              <a:ext uri="{FF2B5EF4-FFF2-40B4-BE49-F238E27FC236}">
                <a16:creationId xmlns:a16="http://schemas.microsoft.com/office/drawing/2014/main" id="{405C8219-F5D8-412F-BCF1-F71D55C2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43213"/>
            <a:ext cx="3048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Temporal</a:t>
            </a:r>
          </a:p>
          <a:p xmlns:a="http://schemas.openxmlformats.org/drawingml/2006/main">
            <a:pPr algn="ctr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Representation</a:t>
            </a:r>
          </a:p>
        </p:txBody>
      </p:sp>
      <p:sp>
        <p:nvSpPr>
          <p:cNvPr id="14" name="symbolic">
            <a:extLst xmlns:a="http://schemas.openxmlformats.org/drawingml/2006/main">
              <a:ext uri="{FF2B5EF4-FFF2-40B4-BE49-F238E27FC236}">
                <a16:creationId xmlns:a16="http://schemas.microsoft.com/office/drawing/2014/main" id="{9D9E3FA8-A10D-4F32-A660-EE425C15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62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5" name="symbolic-label">
            <a:extLst xmlns:a="http://schemas.openxmlformats.org/drawingml/2006/main">
              <a:ext uri="{FF2B5EF4-FFF2-40B4-BE49-F238E27FC236}">
                <a16:creationId xmlns:a16="http://schemas.microsoft.com/office/drawing/2014/main" id="{2A683F18-B458-4890-BA76-8F35A70A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42975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Symbolic representation</a:t>
            </a:r>
          </a:p>
        </p:txBody>
      </p:sp>
      <p:sp>
        <p:nvSpPr>
          <p:cNvPr id="16" name="symbolic-detail-0">
            <a:extLst xmlns:a="http://schemas.openxmlformats.org/drawingml/2006/main">
              <a:ext uri="{FF2B5EF4-FFF2-40B4-BE49-F238E27FC236}">
                <a16:creationId xmlns:a16="http://schemas.microsoft.com/office/drawing/2014/main" id="{D2E1E300-A0CA-4EB6-B8A3-1B74861A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Temporal tokenization</a:t>
            </a:r>
          </a:p>
        </p:txBody>
      </p:sp>
      <p:sp>
        <p:nvSpPr>
          <p:cNvPr id="17" name="compression">
            <a:extLst xmlns:a="http://schemas.openxmlformats.org/drawingml/2006/main">
              <a:ext uri="{FF2B5EF4-FFF2-40B4-BE49-F238E27FC236}">
                <a16:creationId xmlns:a16="http://schemas.microsoft.com/office/drawing/2014/main" id="{F8475F2A-8CA7-4782-9DEC-84F4937B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18" name="compression-label">
            <a:extLst xmlns:a="http://schemas.openxmlformats.org/drawingml/2006/main">
              <a:ext uri="{FF2B5EF4-FFF2-40B4-BE49-F238E27FC236}">
                <a16:creationId xmlns:a16="http://schemas.microsoft.com/office/drawing/2014/main" id="{DE200622-23F9-4BEF-8E57-B7D38420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38488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Compression</a:t>
            </a:r>
          </a:p>
        </p:txBody>
      </p:sp>
      <p:sp>
        <p:nvSpPr>
          <p:cNvPr id="19" name="frequency">
            <a:extLst xmlns:a="http://schemas.openxmlformats.org/drawingml/2006/main">
              <a:ext uri="{FF2B5EF4-FFF2-40B4-BE49-F238E27FC236}">
                <a16:creationId xmlns:a16="http://schemas.microsoft.com/office/drawing/2014/main" id="{B87BCE35-2139-446F-BEF7-950C03F9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572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20" name="frequency-label">
            <a:extLst xmlns:a="http://schemas.openxmlformats.org/drawingml/2006/main">
              <a:ext uri="{FF2B5EF4-FFF2-40B4-BE49-F238E27FC236}">
                <a16:creationId xmlns:a16="http://schemas.microsoft.com/office/drawing/2014/main" id="{78EF1FAE-1341-41D2-9C1C-C836C00D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43488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Frequency conversion</a:t>
            </a:r>
          </a:p>
        </p:txBody>
      </p:sp>
      <p:sp>
        <p:nvSpPr>
          <p:cNvPr id="21" name="similarity">
            <a:extLst xmlns:a="http://schemas.openxmlformats.org/drawingml/2006/main">
              <a:ext uri="{FF2B5EF4-FFF2-40B4-BE49-F238E27FC236}">
                <a16:creationId xmlns:a16="http://schemas.microsoft.com/office/drawing/2014/main" id="{9E44A7CE-F0A3-4830-87C9-34387738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762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22" name="similarity-label">
            <a:extLst xmlns:a="http://schemas.openxmlformats.org/drawingml/2006/main">
              <a:ext uri="{FF2B5EF4-FFF2-40B4-BE49-F238E27FC236}">
                <a16:creationId xmlns:a16="http://schemas.microsoft.com/office/drawing/2014/main" id="{F3A3A82D-8E92-47CE-B796-D36D06DD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942975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Similarity measurement</a:t>
            </a:r>
          </a:p>
        </p:txBody>
      </p:sp>
      <p:sp>
        <p:nvSpPr>
          <p:cNvPr id="23" name="similarity-detail-0">
            <a:extLst xmlns:a="http://schemas.openxmlformats.org/drawingml/2006/main">
              <a:ext uri="{FF2B5EF4-FFF2-40B4-BE49-F238E27FC236}">
                <a16:creationId xmlns:a16="http://schemas.microsoft.com/office/drawing/2014/main" id="{F55159F0-1E2C-439A-B8BC-91A2629E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28750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EchoTime</a:t>
            </a:r>
          </a:p>
        </p:txBody>
      </p:sp>
      <p:sp>
        <p:nvSpPr>
          <p:cNvPr id="24" name="forecasting">
            <a:extLst xmlns:a="http://schemas.openxmlformats.org/drawingml/2006/main">
              <a:ext uri="{FF2B5EF4-FFF2-40B4-BE49-F238E27FC236}">
                <a16:creationId xmlns:a16="http://schemas.microsoft.com/office/drawing/2014/main" id="{61D9BD4E-57B5-4146-88FB-44284D0B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25" name="forecasting-label">
            <a:extLst xmlns:a="http://schemas.openxmlformats.org/drawingml/2006/main">
              <a:ext uri="{FF2B5EF4-FFF2-40B4-BE49-F238E27FC236}">
                <a16:creationId xmlns:a16="http://schemas.microsoft.com/office/drawing/2014/main" id="{7A5C3443-C5B0-4BDD-83EC-14FFF9E1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47975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Forecasting</a:t>
            </a:r>
          </a:p>
        </p:txBody>
      </p:sp>
      <p:sp>
        <p:nvSpPr>
          <p:cNvPr id="26" name="forecasting-detail-0">
            <a:extLst xmlns:a="http://schemas.openxmlformats.org/drawingml/2006/main">
              <a:ext uri="{FF2B5EF4-FFF2-40B4-BE49-F238E27FC236}">
                <a16:creationId xmlns:a16="http://schemas.microsoft.com/office/drawing/2014/main" id="{DA3D25DC-0B54-4B81-902C-4B2C4C08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Retrieval-augmented forecasting</a:t>
            </a:r>
          </a:p>
        </p:txBody>
      </p:sp>
      <p:sp>
        <p:nvSpPr>
          <p:cNvPr id="27" name="forecasting-detail-1">
            <a:extLst xmlns:a="http://schemas.openxmlformats.org/drawingml/2006/main">
              <a:ext uri="{FF2B5EF4-FFF2-40B4-BE49-F238E27FC236}">
                <a16:creationId xmlns:a16="http://schemas.microsoft.com/office/drawing/2014/main" id="{0AA4B695-8A44-4D52-BC77-4934E7BB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52825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Multi-output prediction</a:t>
            </a:r>
          </a:p>
        </p:txBody>
      </p:sp>
      <p:sp>
        <p:nvSpPr>
          <p:cNvPr id="28" name="classification">
            <a:extLst xmlns:a="http://schemas.openxmlformats.org/drawingml/2006/main">
              <a:ext uri="{FF2B5EF4-FFF2-40B4-BE49-F238E27FC236}">
                <a16:creationId xmlns:a16="http://schemas.microsoft.com/office/drawing/2014/main" id="{E75279EB-EDD1-47F9-91B6-0278FC8C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7200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29" name="classification-label">
            <a:extLst xmlns:a="http://schemas.openxmlformats.org/drawingml/2006/main">
              <a:ext uri="{FF2B5EF4-FFF2-40B4-BE49-F238E27FC236}">
                <a16:creationId xmlns:a16="http://schemas.microsoft.com/office/drawing/2014/main" id="{26FDD168-116A-4D8E-A2D7-19491519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2975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Classification</a:t>
            </a:r>
          </a:p>
        </p:txBody>
      </p:sp>
      <p:sp>
        <p:nvSpPr>
          <p:cNvPr id="30" name="classification-detail-0">
            <a:extLst xmlns:a="http://schemas.openxmlformats.org/drawingml/2006/main">
              <a:ext uri="{FF2B5EF4-FFF2-40B4-BE49-F238E27FC236}">
                <a16:creationId xmlns:a16="http://schemas.microsoft.com/office/drawing/2014/main" id="{7FEB3219-DDC3-4538-A903-1D6CCF26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38750"/>
            <a:ext cx="3009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work</a:t>
            </a:r>
          </a:p>
        </p:txBody>
      </p:sp>
      <p:sp>
        <p:nvSpPr>
          <p:cNvPr id="31" name="decomposition">
            <a:extLst xmlns:a="http://schemas.openxmlformats.org/drawingml/2006/main">
              <a:ext uri="{FF2B5EF4-FFF2-40B4-BE49-F238E27FC236}">
                <a16:creationId xmlns:a16="http://schemas.microsoft.com/office/drawing/2014/main" id="{505564E5-45C5-48C0-8720-9E24BA9C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905375"/>
            <a:ext cx="3333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</p:sp>
      <p:sp>
        <p:nvSpPr>
          <p:cNvPr id="32" name="decomposition-label">
            <a:extLst xmlns:a="http://schemas.openxmlformats.org/drawingml/2006/main">
              <a:ext uri="{FF2B5EF4-FFF2-40B4-BE49-F238E27FC236}">
                <a16:creationId xmlns:a16="http://schemas.microsoft.com/office/drawing/2014/main" id="{E633390D-CC9E-402B-8E37-8F09F7DF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086350"/>
            <a:ext cx="310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Decomposition</a:t>
            </a:r>
          </a:p>
        </p:txBody>
      </p:sp>
      <p:sp>
        <p:nvSpPr>
          <p:cNvPr id="33" name="decomposition-detail-0">
            <a:extLst xmlns:a="http://schemas.openxmlformats.org/drawingml/2006/main">
              <a:ext uri="{FF2B5EF4-FFF2-40B4-BE49-F238E27FC236}">
                <a16:creationId xmlns:a16="http://schemas.microsoft.com/office/drawing/2014/main" id="{324CD105-CD5D-4B58-B192-D2FC47C0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5149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DeTime</a:t>
            </a:r>
          </a:p>
        </p:txBody>
      </p:sp>
      <p:sp>
        <p:nvSpPr>
          <p:cNvPr id="34" name="decomposition-detail-1">
            <a:extLst xmlns:a="http://schemas.openxmlformats.org/drawingml/2006/main">
              <a:ext uri="{FF2B5EF4-FFF2-40B4-BE49-F238E27FC236}">
                <a16:creationId xmlns:a16="http://schemas.microsoft.com/office/drawing/2014/main" id="{507FF84B-7BE9-46D6-A284-7FF2C629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7912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TSDecompose-Benchmark</a:t>
            </a:r>
          </a:p>
        </p:txBody>
      </p:sp>
    </p:spTree>
    <p:extLst>
      <p:ext uri="{BB962C8B-B14F-4D97-AF65-F5344CB8AC3E}">
        <p14:creationId xmlns:p14="http://schemas.microsoft.com/office/powerpoint/2010/main" val="15815587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2026-10-01T10:09:23.2880000Z</dcterms:created>
  <dcterms:modified xsi:type="dcterms:W3CDTF">2026-10-01T10:09:23.2880000Z</dcterms:modified>
</coreProperties>
</file>